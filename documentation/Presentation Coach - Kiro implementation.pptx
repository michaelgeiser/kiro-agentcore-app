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147482008" r:id="rId3"/>
    <p:sldId id="257" r:id="rId4"/>
    <p:sldId id="2147482002" r:id="rId5"/>
    <p:sldId id="2147482003" r:id="rId6"/>
    <p:sldId id="2147482004" r:id="rId7"/>
    <p:sldId id="2147482005" r:id="rId8"/>
    <p:sldId id="2147482009" r:id="rId9"/>
    <p:sldId id="2147482010" r:id="rId10"/>
    <p:sldId id="2147482006" r:id="rId11"/>
    <p:sldId id="214748200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86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5EE68A-14A8-4B69-B4DE-A23EAF3C1C41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AD2A31-F7D3-4C58-9F9D-77A1CF02B7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4806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F3492-0EEF-D64F-15BA-C55F8BAF00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766BE0-DB24-5C10-E537-49637FD45F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8889E8-20AA-DA1A-11A7-464593973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D1D38-3432-495E-8350-F8D35C94FD69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CAF512-8FC6-784E-98BA-246F51A1A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EA300-8DA1-40CD-B5DD-CA8FE81E17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2789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17EB4-4F2B-F4EA-E977-0FCF16383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6D764B-FB4B-95B6-78E7-DC0F61CD91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101570-8EA4-3A52-2E6D-B9DE8341F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D1D38-3432-495E-8350-F8D35C94FD69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99C670-E372-8F63-A5E0-43EA787AA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EA300-8DA1-40CD-B5DD-CA8FE81E17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9285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C5B2E-C762-7EB1-AA23-355DADDAD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6DE66D-0D97-AE4B-D9A0-408BCDE190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5B33CD-AFA3-F6E8-487C-69C1A647E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D1D38-3432-495E-8350-F8D35C94FD69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3EA793-D604-C65C-9F0F-171EFEEFA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EA300-8DA1-40CD-B5DD-CA8FE81E17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56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6C807-D51F-3202-946E-F0F650BB9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075221-5291-A260-F0F0-EA19C5FF0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D1D38-3432-495E-8350-F8D35C94FD69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CB47B2-74B9-435A-1062-8EF877E45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EA300-8DA1-40CD-B5DD-CA8FE81E17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4719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ARK - Title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6C807-D51F-3202-946E-F0F650BB9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075221-5291-A260-F0F0-EA19C5FF0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DD1D38-3432-495E-8350-F8D35C94FD6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CB47B2-74B9-435A-1062-8EF877E45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8CEA300-8DA1-40CD-B5DD-CA8FE81E178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8946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1E2434-86B3-8C28-2517-757304FAE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D1D38-3432-495E-8350-F8D35C94FD69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DC4154-D4A5-A378-23F8-6DA80D228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EA300-8DA1-40CD-B5DD-CA8FE81E17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690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ark - Blan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1E2434-86B3-8C28-2517-757304FAE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2DD1D38-3432-495E-8350-F8D35C94FD6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DC4154-D4A5-A378-23F8-6DA80D228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8CEA300-8DA1-40CD-B5DD-CA8FE81E178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899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9E440B-92DC-E9E1-0742-7B410E3E2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E28F4-B703-DE6B-D6A3-0804FB54C2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2B2969-F0B4-EB98-9107-27304F4408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DD1D38-3432-495E-8350-F8D35C94FD69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61EF18-9DBB-E75A-6FCB-C20BF0C267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CEA300-8DA1-40CD-B5DD-CA8FE81E17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914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4"/>
    <p:sldLayoutId id="2147483656" r:id="rId5"/>
    <p:sldLayoutId id="2147483655" r:id="rId6"/>
    <p:sldLayoutId id="2147483657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svg"/><Relationship Id="rId18" Type="http://schemas.openxmlformats.org/officeDocument/2006/relationships/image" Target="../media/image17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svg"/><Relationship Id="rId17" Type="http://schemas.openxmlformats.org/officeDocument/2006/relationships/image" Target="../media/image16.svg"/><Relationship Id="rId2" Type="http://schemas.openxmlformats.org/officeDocument/2006/relationships/image" Target="../media/image1.svg"/><Relationship Id="rId16" Type="http://schemas.openxmlformats.org/officeDocument/2006/relationships/image" Target="../media/image15.svg"/><Relationship Id="rId20" Type="http://schemas.openxmlformats.org/officeDocument/2006/relationships/image" Target="../media/image1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svg"/><Relationship Id="rId19" Type="http://schemas.openxmlformats.org/officeDocument/2006/relationships/image" Target="../media/image18.svg"/><Relationship Id="rId4" Type="http://schemas.openxmlformats.org/officeDocument/2006/relationships/image" Target="../media/image3.svg"/><Relationship Id="rId9" Type="http://schemas.openxmlformats.org/officeDocument/2006/relationships/image" Target="../media/image8.svg"/><Relationship Id="rId14" Type="http://schemas.openxmlformats.org/officeDocument/2006/relationships/image" Target="../media/image13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B32E6-AC1B-62D6-2B80-B6429F01E8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DEEBA9-94A8-4DE7-FFBB-E6B8DF5400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690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58664-AEA0-4865-735F-968BCEC64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43A0EC-3325-E993-4F57-296AF87554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28287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aGrouping" descr="Example of AWS Cloud group, represented as a rectangle with AWS logo at the top left, and AWS Cloud as a title.">
            <a:extLst>
              <a:ext uri="{FF2B5EF4-FFF2-40B4-BE49-F238E27FC236}">
                <a16:creationId xmlns:a16="http://schemas.microsoft.com/office/drawing/2014/main" id="{61567C16-7274-4D13-AD53-504B84DFF26B}"/>
              </a:ext>
            </a:extLst>
          </p:cNvPr>
          <p:cNvGrpSpPr/>
          <p:nvPr/>
        </p:nvGrpSpPr>
        <p:grpSpPr>
          <a:xfrm>
            <a:off x="1873575" y="831451"/>
            <a:ext cx="6567106" cy="4355566"/>
            <a:chOff x="1126114" y="1236252"/>
            <a:chExt cx="1845487" cy="69448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567CA43-52DD-A7AF-C246-5EF7AD6E2BC1}"/>
                </a:ext>
              </a:extLst>
            </p:cNvPr>
            <p:cNvSpPr/>
            <p:nvPr/>
          </p:nvSpPr>
          <p:spPr>
            <a:xfrm>
              <a:off x="1126926" y="1236252"/>
              <a:ext cx="1844675" cy="694488"/>
            </a:xfrm>
            <a:prstGeom prst="rect">
              <a:avLst/>
            </a:prstGeom>
            <a:noFill/>
            <a:ln w="158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502920" tIns="91440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016D9BF9-F262-2C96-A133-0A7278005E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>
            <a:xfrm>
              <a:off x="1126114" y="1237248"/>
              <a:ext cx="85898" cy="53777"/>
            </a:xfrm>
            <a:prstGeom prst="rect">
              <a:avLst/>
            </a:prstGeom>
          </p:spPr>
        </p:pic>
      </p:grpSp>
      <p:grpSp>
        <p:nvGrpSpPr>
          <p:cNvPr id="7" name="AZGroup" descr="Group for availability zone, inside the AWS Cloud grouping.">
            <a:extLst>
              <a:ext uri="{FF2B5EF4-FFF2-40B4-BE49-F238E27FC236}">
                <a16:creationId xmlns:a16="http://schemas.microsoft.com/office/drawing/2014/main" id="{DDDCD767-7EE5-2EF6-3C53-8177AD72E864}"/>
              </a:ext>
            </a:extLst>
          </p:cNvPr>
          <p:cNvGrpSpPr/>
          <p:nvPr/>
        </p:nvGrpSpPr>
        <p:grpSpPr>
          <a:xfrm>
            <a:off x="2749960" y="919952"/>
            <a:ext cx="5621460" cy="3635232"/>
            <a:chOff x="4188315" y="1576361"/>
            <a:chExt cx="5496603" cy="2349832"/>
          </a:xfrm>
        </p:grpSpPr>
        <p:sp>
          <p:nvSpPr>
            <p:cNvPr id="8" name="Rectangle 7" descr="AZ group border">
              <a:extLst>
                <a:ext uri="{FF2B5EF4-FFF2-40B4-BE49-F238E27FC236}">
                  <a16:creationId xmlns:a16="http://schemas.microsoft.com/office/drawing/2014/main" id="{587AE4C8-A897-101D-BD52-4FA421F8EE03}"/>
                </a:ext>
              </a:extLst>
            </p:cNvPr>
            <p:cNvSpPr/>
            <p:nvPr/>
          </p:nvSpPr>
          <p:spPr>
            <a:xfrm>
              <a:off x="4188315" y="1576361"/>
              <a:ext cx="5496603" cy="2349832"/>
            </a:xfrm>
            <a:prstGeom prst="rect">
              <a:avLst/>
            </a:prstGeom>
            <a:noFill/>
            <a:ln w="15875">
              <a:solidFill>
                <a:srgbClr val="00A4A6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91440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A5A5A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Rectangle 37">
              <a:extLst>
                <a:ext uri="{FF2B5EF4-FFF2-40B4-BE49-F238E27FC236}">
                  <a16:creationId xmlns:a16="http://schemas.microsoft.com/office/drawing/2014/main" id="{BA6F1E90-6FAF-A0AC-9B75-FAECF6B701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28036" y="1576639"/>
              <a:ext cx="591223" cy="1564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700" b="1" i="0" u="none" strike="noStrike" kern="1200" cap="none" spc="0" normalizeH="0" baseline="0" noProof="0" dirty="0">
                  <a:ln>
                    <a:noFill/>
                  </a:ln>
                  <a:solidFill>
                    <a:srgbClr val="00A4A6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us-east-1 </a:t>
              </a:r>
            </a:p>
          </p:txBody>
        </p:sp>
      </p:grpSp>
      <p:pic>
        <p:nvPicPr>
          <p:cNvPr id="10" name="Graphic 9" descr="Region group icon.">
            <a:extLst>
              <a:ext uri="{FF2B5EF4-FFF2-40B4-BE49-F238E27FC236}">
                <a16:creationId xmlns:a16="http://schemas.microsoft.com/office/drawing/2014/main" id="{7AAD2918-F301-2660-3E7A-691B0AFAA2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759516" y="915579"/>
            <a:ext cx="181666" cy="18166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484AB68-6BB5-069A-D4B6-EF05D87195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3445587" y="1020727"/>
            <a:ext cx="4751560" cy="3410142"/>
          </a:xfrm>
          <a:prstGeom prst="rect">
            <a:avLst/>
          </a:prstGeom>
          <a:noFill/>
          <a:ln w="15875">
            <a:solidFill>
              <a:srgbClr val="8C4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02920" tIns="9144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>
              <a:ln w="0"/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12" name="Graphic 11" descr="VPC group icon.">
            <a:extLst>
              <a:ext uri="{FF2B5EF4-FFF2-40B4-BE49-F238E27FC236}">
                <a16:creationId xmlns:a16="http://schemas.microsoft.com/office/drawing/2014/main" id="{34D4EEAC-ED93-68C5-B3D1-65ADEE3AFD1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449672" y="1028241"/>
            <a:ext cx="159014" cy="159014"/>
          </a:xfrm>
          <a:prstGeom prst="rect">
            <a:avLst/>
          </a:prstGeom>
        </p:spPr>
      </p:pic>
      <p:sp>
        <p:nvSpPr>
          <p:cNvPr id="13" name="Rectangle 37">
            <a:extLst>
              <a:ext uri="{FF2B5EF4-FFF2-40B4-BE49-F238E27FC236}">
                <a16:creationId xmlns:a16="http://schemas.microsoft.com/office/drawing/2014/main" id="{98767A63-F76D-C4E4-5E95-F2599A2C45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8707" y="1008918"/>
            <a:ext cx="367409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8C4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VPC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57D1D52-085C-F883-2719-AD61FD633074}"/>
              </a:ext>
            </a:extLst>
          </p:cNvPr>
          <p:cNvCxnSpPr>
            <a:cxnSpLocks/>
            <a:stCxn id="29" idx="3"/>
            <a:endCxn id="26" idx="1"/>
          </p:cNvCxnSpPr>
          <p:nvPr/>
        </p:nvCxnSpPr>
        <p:spPr>
          <a:xfrm flipV="1">
            <a:off x="3202073" y="3899331"/>
            <a:ext cx="295531" cy="3124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C4027A9-9A7F-8957-5FEE-89C8A15F36C9}"/>
              </a:ext>
            </a:extLst>
          </p:cNvPr>
          <p:cNvCxnSpPr>
            <a:cxnSpLocks/>
            <a:stCxn id="26" idx="3"/>
            <a:endCxn id="68" idx="1"/>
          </p:cNvCxnSpPr>
          <p:nvPr/>
        </p:nvCxnSpPr>
        <p:spPr>
          <a:xfrm flipV="1">
            <a:off x="3771924" y="3891145"/>
            <a:ext cx="864209" cy="8186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79590DE-189C-3407-85E1-C942BA756FC3}"/>
              </a:ext>
            </a:extLst>
          </p:cNvPr>
          <p:cNvSpPr txBox="1"/>
          <p:nvPr/>
        </p:nvSpPr>
        <p:spPr>
          <a:xfrm>
            <a:off x="558538" y="3932828"/>
            <a:ext cx="7296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32749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HTTP API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327492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Traffic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B0A0E34-D8ED-9A50-781E-B0F9FEA86059}"/>
              </a:ext>
            </a:extLst>
          </p:cNvPr>
          <p:cNvCxnSpPr>
            <a:cxnSpLocks/>
            <a:stCxn id="23" idx="3"/>
            <a:endCxn id="21" idx="1"/>
          </p:cNvCxnSpPr>
          <p:nvPr/>
        </p:nvCxnSpPr>
        <p:spPr>
          <a:xfrm flipV="1">
            <a:off x="1289427" y="4854173"/>
            <a:ext cx="865888" cy="137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D39C901-2B9C-C1EF-5645-E1526255320F}"/>
              </a:ext>
            </a:extLst>
          </p:cNvPr>
          <p:cNvGrpSpPr/>
          <p:nvPr/>
        </p:nvGrpSpPr>
        <p:grpSpPr>
          <a:xfrm>
            <a:off x="2114065" y="4404685"/>
            <a:ext cx="330849" cy="637914"/>
            <a:chOff x="2021255" y="5606297"/>
            <a:chExt cx="330849" cy="637914"/>
          </a:xfrm>
        </p:grpSpPr>
        <p:pic>
          <p:nvPicPr>
            <p:cNvPr id="20" name="Graphic 8" descr="AWS WAF service icon.">
              <a:extLst>
                <a:ext uri="{FF2B5EF4-FFF2-40B4-BE49-F238E27FC236}">
                  <a16:creationId xmlns:a16="http://schemas.microsoft.com/office/drawing/2014/main" id="{6A3CA96B-B516-820A-4324-4D3ECB9F90E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 bwMode="auto">
            <a:xfrm>
              <a:off x="2061331" y="5633576"/>
              <a:ext cx="274320" cy="274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" name="Graphic 19" descr="Amazon CloudFront service icon.">
              <a:extLst>
                <a:ext uri="{FF2B5EF4-FFF2-40B4-BE49-F238E27FC236}">
                  <a16:creationId xmlns:a16="http://schemas.microsoft.com/office/drawing/2014/main" id="{F135F3F4-8FAD-FCC7-0E9D-ADAC7B9A7E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 bwMode="auto">
            <a:xfrm>
              <a:off x="2062505" y="5918625"/>
              <a:ext cx="274320" cy="274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" name="Rectangle 21" descr="Availability Zone group.">
              <a:extLst>
                <a:ext uri="{FF2B5EF4-FFF2-40B4-BE49-F238E27FC236}">
                  <a16:creationId xmlns:a16="http://schemas.microsoft.com/office/drawing/2014/main" id="{C2B92891-DF67-A296-3F47-1BD5D08D61FC}"/>
                </a:ext>
              </a:extLst>
            </p:cNvPr>
            <p:cNvSpPr/>
            <p:nvPr/>
          </p:nvSpPr>
          <p:spPr>
            <a:xfrm>
              <a:off x="2021255" y="5606297"/>
              <a:ext cx="330849" cy="637914"/>
            </a:xfrm>
            <a:prstGeom prst="rect">
              <a:avLst/>
            </a:prstGeom>
            <a:noFill/>
            <a:ln w="15875" cap="flat" cmpd="sng" algn="ctr">
              <a:solidFill>
                <a:schemeClr val="tx1"/>
              </a:solidFill>
              <a:prstDash val="dash"/>
              <a:miter lim="800000"/>
            </a:ln>
            <a:effectLst/>
          </p:spPr>
          <p:txBody>
            <a:bodyPr tIns="91440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A4E94B1A-468E-278E-192A-54E9A8086DFF}"/>
              </a:ext>
            </a:extLst>
          </p:cNvPr>
          <p:cNvSpPr txBox="1"/>
          <p:nvPr/>
        </p:nvSpPr>
        <p:spPr>
          <a:xfrm>
            <a:off x="553328" y="4667847"/>
            <a:ext cx="7360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SPA Web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Traffic</a:t>
            </a:r>
          </a:p>
        </p:txBody>
      </p:sp>
      <p:pic>
        <p:nvPicPr>
          <p:cNvPr id="24" name="Graphic 8" descr="Amazon Simple Storage Service (Amazon S3) service icon.">
            <a:extLst>
              <a:ext uri="{FF2B5EF4-FFF2-40B4-BE49-F238E27FC236}">
                <a16:creationId xmlns:a16="http://schemas.microsoft.com/office/drawing/2014/main" id="{F9155B1B-4C06-7A36-249B-C360BADAC322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 bwMode="auto">
          <a:xfrm>
            <a:off x="3043974" y="4718104"/>
            <a:ext cx="274320" cy="274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27089E16-E5DB-5059-A819-D917934D8077}"/>
              </a:ext>
            </a:extLst>
          </p:cNvPr>
          <p:cNvCxnSpPr>
            <a:cxnSpLocks/>
            <a:stCxn id="21" idx="3"/>
            <a:endCxn id="24" idx="1"/>
          </p:cNvCxnSpPr>
          <p:nvPr/>
        </p:nvCxnSpPr>
        <p:spPr>
          <a:xfrm>
            <a:off x="2429635" y="4854173"/>
            <a:ext cx="614339" cy="1091"/>
          </a:xfrm>
          <a:prstGeom prst="bentConnector3">
            <a:avLst>
              <a:gd name="adj1" fmla="val 50000"/>
            </a:avLst>
          </a:prstGeom>
          <a:ln>
            <a:headEnd type="triangle" w="med" len="med"/>
            <a:tailEnd type="none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26" name="Graphic 25" descr="Endpoints resource icon for the Amazon VPC service.&#10;">
            <a:extLst>
              <a:ext uri="{FF2B5EF4-FFF2-40B4-BE49-F238E27FC236}">
                <a16:creationId xmlns:a16="http://schemas.microsoft.com/office/drawing/2014/main" id="{7230F14D-4298-5253-1609-D619BB4D6E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497604" y="3762171"/>
            <a:ext cx="274320" cy="274320"/>
          </a:xfrm>
          <a:prstGeom prst="rect">
            <a:avLst/>
          </a:prstGeom>
        </p:spPr>
      </p:pic>
      <p:pic>
        <p:nvPicPr>
          <p:cNvPr id="27" name="Graphic 21" descr="Amazon Route 53 service icon.">
            <a:extLst>
              <a:ext uri="{FF2B5EF4-FFF2-40B4-BE49-F238E27FC236}">
                <a16:creationId xmlns:a16="http://schemas.microsoft.com/office/drawing/2014/main" id="{C49B01D7-DBE7-19D3-8E48-3D6D48980A2B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 bwMode="auto">
          <a:xfrm>
            <a:off x="2009336" y="1268423"/>
            <a:ext cx="365760" cy="3557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Graphic 7" descr="Amazon API Gateway service icon.">
            <a:extLst>
              <a:ext uri="{FF2B5EF4-FFF2-40B4-BE49-F238E27FC236}">
                <a16:creationId xmlns:a16="http://schemas.microsoft.com/office/drawing/2014/main" id="{4EC78354-9E12-4532-6178-709CDDB07FD9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 bwMode="auto">
          <a:xfrm>
            <a:off x="2927753" y="3765295"/>
            <a:ext cx="274320" cy="274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C580CB80-1A39-DD19-B382-66E645D59E0D}"/>
              </a:ext>
            </a:extLst>
          </p:cNvPr>
          <p:cNvCxnSpPr>
            <a:cxnSpLocks/>
            <a:stCxn id="17" idx="3"/>
            <a:endCxn id="29" idx="1"/>
          </p:cNvCxnSpPr>
          <p:nvPr/>
        </p:nvCxnSpPr>
        <p:spPr>
          <a:xfrm flipV="1">
            <a:off x="1288225" y="3902455"/>
            <a:ext cx="1639528" cy="230428"/>
          </a:xfrm>
          <a:prstGeom prst="bentConnector3">
            <a:avLst>
              <a:gd name="adj1" fmla="val 50000"/>
            </a:avLst>
          </a:prstGeom>
          <a:ln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CC65912-2510-78DF-9E7F-067E8EBFF46F}"/>
              </a:ext>
            </a:extLst>
          </p:cNvPr>
          <p:cNvGrpSpPr/>
          <p:nvPr/>
        </p:nvGrpSpPr>
        <p:grpSpPr>
          <a:xfrm>
            <a:off x="85060" y="5603361"/>
            <a:ext cx="3366258" cy="1193249"/>
            <a:chOff x="85060" y="5603361"/>
            <a:chExt cx="3366258" cy="1193249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68D9AA13-A0FE-4459-B429-7C0F266E3165}"/>
                </a:ext>
              </a:extLst>
            </p:cNvPr>
            <p:cNvSpPr/>
            <p:nvPr/>
          </p:nvSpPr>
          <p:spPr>
            <a:xfrm>
              <a:off x="85060" y="5603361"/>
              <a:ext cx="3153842" cy="119324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89683DB9-882E-CB65-70AE-D8C2C35DCF6F}"/>
                </a:ext>
              </a:extLst>
            </p:cNvPr>
            <p:cNvGrpSpPr/>
            <p:nvPr/>
          </p:nvGrpSpPr>
          <p:grpSpPr>
            <a:xfrm>
              <a:off x="273020" y="5729290"/>
              <a:ext cx="633188" cy="274320"/>
              <a:chOff x="273020" y="281518"/>
              <a:chExt cx="633188" cy="274320"/>
            </a:xfrm>
          </p:grpSpPr>
          <p:pic>
            <p:nvPicPr>
              <p:cNvPr id="60" name="Graphic 8" descr="AWS WAF service icon.">
                <a:extLst>
                  <a:ext uri="{FF2B5EF4-FFF2-40B4-BE49-F238E27FC236}">
                    <a16:creationId xmlns:a16="http://schemas.microsoft.com/office/drawing/2014/main" id="{4B59EF97-3F82-131F-5E3A-420558729B1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/>
              <a:stretch/>
            </p:blipFill>
            <p:spPr bwMode="auto">
              <a:xfrm>
                <a:off x="273020" y="281518"/>
                <a:ext cx="274320" cy="2743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BBB96308-1E88-1B0D-371E-D73A5F5770B0}"/>
                  </a:ext>
                </a:extLst>
              </p:cNvPr>
              <p:cNvSpPr txBox="1"/>
              <p:nvPr/>
            </p:nvSpPr>
            <p:spPr>
              <a:xfrm>
                <a:off x="548418" y="314599"/>
                <a:ext cx="357790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WAF</a:t>
                </a:r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54BDF4EF-5628-F1AE-B5B1-F1982338DD0B}"/>
                </a:ext>
              </a:extLst>
            </p:cNvPr>
            <p:cNvGrpSpPr/>
            <p:nvPr/>
          </p:nvGrpSpPr>
          <p:grpSpPr>
            <a:xfrm>
              <a:off x="273020" y="6056039"/>
              <a:ext cx="869270" cy="274320"/>
              <a:chOff x="273020" y="608267"/>
              <a:chExt cx="869270" cy="274320"/>
            </a:xfrm>
          </p:grpSpPr>
          <p:pic>
            <p:nvPicPr>
              <p:cNvPr id="58" name="Graphic 19" descr="Amazon CloudFront service icon.">
                <a:extLst>
                  <a:ext uri="{FF2B5EF4-FFF2-40B4-BE49-F238E27FC236}">
                    <a16:creationId xmlns:a16="http://schemas.microsoft.com/office/drawing/2014/main" id="{919FD594-64AF-75D8-B88C-1D7C89D3CB6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rcRect/>
              <a:stretch/>
            </p:blipFill>
            <p:spPr bwMode="auto">
              <a:xfrm>
                <a:off x="273020" y="608267"/>
                <a:ext cx="274320" cy="2743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74DBC8B7-0553-05AE-9741-9A630FADA1A5}"/>
                  </a:ext>
                </a:extLst>
              </p:cNvPr>
              <p:cNvSpPr txBox="1"/>
              <p:nvPr/>
            </p:nvSpPr>
            <p:spPr>
              <a:xfrm>
                <a:off x="548858" y="650947"/>
                <a:ext cx="593432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CloudFront</a:t>
                </a: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AAE48C6D-29C9-3E59-DD00-91A3FD8DADC7}"/>
                </a:ext>
              </a:extLst>
            </p:cNvPr>
            <p:cNvGrpSpPr/>
            <p:nvPr/>
          </p:nvGrpSpPr>
          <p:grpSpPr>
            <a:xfrm>
              <a:off x="273020" y="6382788"/>
              <a:ext cx="923774" cy="274320"/>
              <a:chOff x="273020" y="935016"/>
              <a:chExt cx="923774" cy="274320"/>
            </a:xfrm>
          </p:grpSpPr>
          <p:pic>
            <p:nvPicPr>
              <p:cNvPr id="56" name="Graphic 7" descr="Amazon API Gateway service icon.">
                <a:extLst>
                  <a:ext uri="{FF2B5EF4-FFF2-40B4-BE49-F238E27FC236}">
                    <a16:creationId xmlns:a16="http://schemas.microsoft.com/office/drawing/2014/main" id="{861C1E1D-374F-1155-3C3D-D91676D9FAE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rcRect/>
              <a:stretch/>
            </p:blipFill>
            <p:spPr bwMode="auto">
              <a:xfrm>
                <a:off x="273020" y="935016"/>
                <a:ext cx="274320" cy="2743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88B37DBE-9C50-A1F1-82A7-D4EC6F99D48E}"/>
                  </a:ext>
                </a:extLst>
              </p:cNvPr>
              <p:cNvSpPr txBox="1"/>
              <p:nvPr/>
            </p:nvSpPr>
            <p:spPr>
              <a:xfrm>
                <a:off x="548860" y="976184"/>
                <a:ext cx="647934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API Gateway</a:t>
                </a:r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37952F6A-1C56-398E-2FCA-7181F143E9DD}"/>
                </a:ext>
              </a:extLst>
            </p:cNvPr>
            <p:cNvGrpSpPr/>
            <p:nvPr/>
          </p:nvGrpSpPr>
          <p:grpSpPr>
            <a:xfrm>
              <a:off x="1246336" y="5729290"/>
              <a:ext cx="610098" cy="290296"/>
              <a:chOff x="1246336" y="281518"/>
              <a:chExt cx="610098" cy="290296"/>
            </a:xfrm>
          </p:grpSpPr>
          <p:pic>
            <p:nvPicPr>
              <p:cNvPr id="54" name="Graphic 53" descr="Application Load Balancer resource icon for the Elastic Load Balancing service.">
                <a:extLst>
                  <a:ext uri="{FF2B5EF4-FFF2-40B4-BE49-F238E27FC236}">
                    <a16:creationId xmlns:a16="http://schemas.microsoft.com/office/drawing/2014/main" id="{4F2812D3-A092-91AC-8831-EFF8DF86ED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1246336" y="281518"/>
                <a:ext cx="290296" cy="290296"/>
              </a:xfrm>
              <a:prstGeom prst="rect">
                <a:avLst/>
              </a:prstGeom>
            </p:spPr>
          </p:pic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6326771-BBE7-C995-2BDF-320555B0B9F3}"/>
                  </a:ext>
                </a:extLst>
              </p:cNvPr>
              <p:cNvSpPr txBox="1"/>
              <p:nvPr/>
            </p:nvSpPr>
            <p:spPr>
              <a:xfrm>
                <a:off x="1527497" y="335663"/>
                <a:ext cx="328937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NLB</a:t>
                </a:r>
              </a:p>
            </p:txBody>
          </p: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FCE41E63-D059-4A51-90E3-024594F18B64}"/>
                </a:ext>
              </a:extLst>
            </p:cNvPr>
            <p:cNvGrpSpPr/>
            <p:nvPr/>
          </p:nvGrpSpPr>
          <p:grpSpPr>
            <a:xfrm>
              <a:off x="1254324" y="6072015"/>
              <a:ext cx="599343" cy="274320"/>
              <a:chOff x="1254324" y="624243"/>
              <a:chExt cx="599343" cy="274320"/>
            </a:xfrm>
          </p:grpSpPr>
          <p:pic>
            <p:nvPicPr>
              <p:cNvPr id="52" name="Graphic 51" descr="Network Load Balancer resource icon for the Elastic Load Balancing service.">
                <a:extLst>
                  <a:ext uri="{FF2B5EF4-FFF2-40B4-BE49-F238E27FC236}">
                    <a16:creationId xmlns:a16="http://schemas.microsoft.com/office/drawing/2014/main" id="{4D8A02D8-7325-BF66-08FF-3A1B898082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1254324" y="624243"/>
                <a:ext cx="274320" cy="274320"/>
              </a:xfrm>
              <a:prstGeom prst="rect">
                <a:avLst/>
              </a:prstGeom>
            </p:spPr>
          </p:pic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719BA24A-2F35-A3A5-4521-11A70BFE5E18}"/>
                  </a:ext>
                </a:extLst>
              </p:cNvPr>
              <p:cNvSpPr txBox="1"/>
              <p:nvPr/>
            </p:nvSpPr>
            <p:spPr>
              <a:xfrm>
                <a:off x="1531143" y="672011"/>
                <a:ext cx="322524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ALB</a:t>
                </a:r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2CD68CCB-2B7C-45B4-DAC1-76DBD7F860B0}"/>
                </a:ext>
              </a:extLst>
            </p:cNvPr>
            <p:cNvGrpSpPr/>
            <p:nvPr/>
          </p:nvGrpSpPr>
          <p:grpSpPr>
            <a:xfrm>
              <a:off x="2216552" y="6082101"/>
              <a:ext cx="608222" cy="274320"/>
              <a:chOff x="1254324" y="950992"/>
              <a:chExt cx="608222" cy="274320"/>
            </a:xfrm>
          </p:grpSpPr>
          <p:grpSp>
            <p:nvGrpSpPr>
              <p:cNvPr id="48" name="Group 47">
                <a:extLst>
                  <a:ext uri="{FF2B5EF4-FFF2-40B4-BE49-F238E27FC236}">
                    <a16:creationId xmlns:a16="http://schemas.microsoft.com/office/drawing/2014/main" id="{BDACDB94-2104-DAA2-3A3D-B4628A60948B}"/>
                  </a:ext>
                </a:extLst>
              </p:cNvPr>
              <p:cNvGrpSpPr/>
              <p:nvPr/>
            </p:nvGrpSpPr>
            <p:grpSpPr>
              <a:xfrm>
                <a:off x="1254324" y="950992"/>
                <a:ext cx="274320" cy="274320"/>
                <a:chOff x="2462281" y="2481979"/>
                <a:chExt cx="274320" cy="274320"/>
              </a:xfrm>
            </p:grpSpPr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E6379417-F506-75D0-DC69-AB53880CA0A2}"/>
                    </a:ext>
                  </a:extLst>
                </p:cNvPr>
                <p:cNvSpPr/>
                <p:nvPr/>
              </p:nvSpPr>
              <p:spPr>
                <a:xfrm>
                  <a:off x="2484453" y="2503228"/>
                  <a:ext cx="229527" cy="229527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endParaRPr>
                </a:p>
              </p:txBody>
            </p:sp>
            <p:pic>
              <p:nvPicPr>
                <p:cNvPr id="51" name="Graphic 50" descr="Internet gateway resource icon for the Amazon VPC service.&#10;">
                  <a:extLst>
                    <a:ext uri="{FF2B5EF4-FFF2-40B4-BE49-F238E27FC236}">
                      <a16:creationId xmlns:a16="http://schemas.microsoft.com/office/drawing/2014/main" id="{C17B3D03-2042-B476-B072-2E18E4BA67A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1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462281" y="2481979"/>
                  <a:ext cx="274320" cy="274320"/>
                </a:xfrm>
                <a:prstGeom prst="rect">
                  <a:avLst/>
                </a:prstGeom>
              </p:spPr>
            </p:pic>
          </p:grp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2967CE3D-E579-ACF4-1922-BDB36A05490B}"/>
                  </a:ext>
                </a:extLst>
              </p:cNvPr>
              <p:cNvSpPr txBox="1"/>
              <p:nvPr/>
            </p:nvSpPr>
            <p:spPr>
              <a:xfrm>
                <a:off x="1519182" y="999899"/>
                <a:ext cx="343364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IGW</a:t>
                </a:r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D60AABF8-8500-8CC0-A632-25757C7BF29F}"/>
                </a:ext>
              </a:extLst>
            </p:cNvPr>
            <p:cNvGrpSpPr/>
            <p:nvPr/>
          </p:nvGrpSpPr>
          <p:grpSpPr>
            <a:xfrm>
              <a:off x="2216552" y="6414402"/>
              <a:ext cx="1022350" cy="307777"/>
              <a:chOff x="1254324" y="1269055"/>
              <a:chExt cx="1022350" cy="307777"/>
            </a:xfrm>
          </p:grpSpPr>
          <p:pic>
            <p:nvPicPr>
              <p:cNvPr id="46" name="Graphic 45" descr="Endpoints resource icon for the Amazon VPC service.&#10;">
                <a:extLst>
                  <a:ext uri="{FF2B5EF4-FFF2-40B4-BE49-F238E27FC236}">
                    <a16:creationId xmlns:a16="http://schemas.microsoft.com/office/drawing/2014/main" id="{44CE4FAB-1908-6A62-0A72-5C1A1F5672B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1254324" y="1277744"/>
                <a:ext cx="274320" cy="274320"/>
              </a:xfrm>
              <a:prstGeom prst="rect">
                <a:avLst/>
              </a:prstGeom>
            </p:spPr>
          </p:pic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183E0499-33B5-51CE-F9E0-B78CB4E3EEFB}"/>
                  </a:ext>
                </a:extLst>
              </p:cNvPr>
              <p:cNvSpPr txBox="1"/>
              <p:nvPr/>
            </p:nvSpPr>
            <p:spPr>
              <a:xfrm>
                <a:off x="1514927" y="1269055"/>
                <a:ext cx="76174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VPC Endpoint &amp;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VPC Links</a:t>
                </a:r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C5F2BAA9-70B0-6C27-7DB4-26080E0B05F1}"/>
                </a:ext>
              </a:extLst>
            </p:cNvPr>
            <p:cNvGrpSpPr/>
            <p:nvPr/>
          </p:nvGrpSpPr>
          <p:grpSpPr>
            <a:xfrm>
              <a:off x="1254324" y="6385050"/>
              <a:ext cx="903788" cy="307777"/>
              <a:chOff x="278860" y="1219433"/>
              <a:chExt cx="903788" cy="307777"/>
            </a:xfrm>
          </p:grpSpPr>
          <p:pic>
            <p:nvPicPr>
              <p:cNvPr id="44" name="Graphic 43" descr="Session Manager resource icon for the AWS Systems Manager service.">
                <a:extLst>
                  <a:ext uri="{FF2B5EF4-FFF2-40B4-BE49-F238E27FC236}">
                    <a16:creationId xmlns:a16="http://schemas.microsoft.com/office/drawing/2014/main" id="{319E9E5E-042D-D372-98CA-E4005533F9A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278860" y="1248785"/>
                <a:ext cx="274320" cy="274320"/>
              </a:xfrm>
              <a:prstGeom prst="rect">
                <a:avLst/>
              </a:prstGeom>
            </p:spPr>
          </p:pic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5EDBF9F9-F7E3-DFC6-B38C-AD120825540F}"/>
                  </a:ext>
                </a:extLst>
              </p:cNvPr>
              <p:cNvSpPr txBox="1"/>
              <p:nvPr/>
            </p:nvSpPr>
            <p:spPr>
              <a:xfrm>
                <a:off x="523493" y="1219433"/>
                <a:ext cx="65915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SSM Session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Manager</a:t>
                </a:r>
              </a:p>
            </p:txBody>
          </p: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1A18F4FE-F9CC-0C56-8412-E033B06B41B2}"/>
                </a:ext>
              </a:extLst>
            </p:cNvPr>
            <p:cNvGrpSpPr/>
            <p:nvPr/>
          </p:nvGrpSpPr>
          <p:grpSpPr>
            <a:xfrm>
              <a:off x="2216552" y="5756362"/>
              <a:ext cx="1234766" cy="274320"/>
              <a:chOff x="2216552" y="308590"/>
              <a:chExt cx="1234766" cy="274320"/>
            </a:xfrm>
          </p:grpSpPr>
          <p:sp>
            <p:nvSpPr>
              <p:cNvPr id="42" name="TextBox 17">
                <a:extLst>
                  <a:ext uri="{FF2B5EF4-FFF2-40B4-BE49-F238E27FC236}">
                    <a16:creationId xmlns:a16="http://schemas.microsoft.com/office/drawing/2014/main" id="{EEC41D50-B9F2-43BA-F1E7-2AB4A2F5027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16552" y="345722"/>
                <a:ext cx="1234766" cy="2000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Amazon Ember" panose="020B0603020204020204" pitchFamily="34" charset="0"/>
                    <a:cs typeface="Arial" panose="020B0604020202020204" pitchFamily="34" charset="0"/>
                  </a:rPr>
                  <a:t>NAT Gateway</a:t>
                </a:r>
              </a:p>
            </p:txBody>
          </p:sp>
          <p:pic>
            <p:nvPicPr>
              <p:cNvPr id="43" name="Graphic 35">
                <a:extLst>
                  <a:ext uri="{FF2B5EF4-FFF2-40B4-BE49-F238E27FC236}">
                    <a16:creationId xmlns:a16="http://schemas.microsoft.com/office/drawing/2014/main" id="{F9D46BAD-403B-8A04-D9EB-D62196307F2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rcRect/>
              <a:stretch/>
            </p:blipFill>
            <p:spPr bwMode="auto">
              <a:xfrm>
                <a:off x="2216552" y="308590"/>
                <a:ext cx="274320" cy="2743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pic>
        <p:nvPicPr>
          <p:cNvPr id="64" name="Graphic 17" descr="Amazon Cognito service icon.">
            <a:extLst>
              <a:ext uri="{FF2B5EF4-FFF2-40B4-BE49-F238E27FC236}">
                <a16:creationId xmlns:a16="http://schemas.microsoft.com/office/drawing/2014/main" id="{58CD06B2-0B12-132F-AEAC-A551F50B5F97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/>
        </p:blipFill>
        <p:spPr bwMode="auto">
          <a:xfrm>
            <a:off x="2043651" y="1900157"/>
            <a:ext cx="365760" cy="365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5" name="TextBox 11">
            <a:extLst>
              <a:ext uri="{FF2B5EF4-FFF2-40B4-BE49-F238E27FC236}">
                <a16:creationId xmlns:a16="http://schemas.microsoft.com/office/drawing/2014/main" id="{BA0F96AD-5134-1424-DD2F-4C85F772DD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336" y="2273926"/>
            <a:ext cx="83439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000" dirty="0">
                <a:solidFill>
                  <a:srgbClr val="FFFFFF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Amazon Cognito</a:t>
            </a:r>
          </a:p>
        </p:txBody>
      </p:sp>
      <p:pic>
        <p:nvPicPr>
          <p:cNvPr id="66" name="Graphic 8" descr="Amazon Simple Storage Service (Amazon S3) service icon.">
            <a:extLst>
              <a:ext uri="{FF2B5EF4-FFF2-40B4-BE49-F238E27FC236}">
                <a16:creationId xmlns:a16="http://schemas.microsoft.com/office/drawing/2014/main" id="{4CF1F16A-0BE4-1512-7307-6E9876F6ECAD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 bwMode="auto">
          <a:xfrm>
            <a:off x="5134272" y="4758126"/>
            <a:ext cx="274320" cy="274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7" name="Graphic 23" descr="Amazon DynamoDB service icon.">
            <a:extLst>
              <a:ext uri="{FF2B5EF4-FFF2-40B4-BE49-F238E27FC236}">
                <a16:creationId xmlns:a16="http://schemas.microsoft.com/office/drawing/2014/main" id="{10722A4A-241B-0E6F-5E8D-C6D9FFD85DA2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 bwMode="auto">
          <a:xfrm>
            <a:off x="4322005" y="4782414"/>
            <a:ext cx="274320" cy="274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8" name="lambda" descr="Lambda service icon.">
            <a:extLst>
              <a:ext uri="{FF2B5EF4-FFF2-40B4-BE49-F238E27FC236}">
                <a16:creationId xmlns:a16="http://schemas.microsoft.com/office/drawing/2014/main" id="{2721E76C-373A-F8DC-FB82-E4C5CD6F3386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/>
        </p:blipFill>
        <p:spPr bwMode="auto">
          <a:xfrm>
            <a:off x="4636133" y="3753985"/>
            <a:ext cx="274320" cy="274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9" name="Graphic 68" descr="Endpoints resource icon for the Amazon VPC service.&#10;">
            <a:extLst>
              <a:ext uri="{FF2B5EF4-FFF2-40B4-BE49-F238E27FC236}">
                <a16:creationId xmlns:a16="http://schemas.microsoft.com/office/drawing/2014/main" id="{212AC547-760E-A7D5-DDA7-1C75CD0460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091487" y="3753985"/>
            <a:ext cx="274320" cy="274320"/>
          </a:xfrm>
          <a:prstGeom prst="rect">
            <a:avLst/>
          </a:prstGeom>
        </p:spPr>
      </p:pic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ABC23582-23AB-E5A0-4286-88A40793360C}"/>
              </a:ext>
            </a:extLst>
          </p:cNvPr>
          <p:cNvCxnSpPr>
            <a:cxnSpLocks/>
            <a:stCxn id="69" idx="2"/>
            <a:endCxn id="67" idx="0"/>
          </p:cNvCxnSpPr>
          <p:nvPr/>
        </p:nvCxnSpPr>
        <p:spPr>
          <a:xfrm rot="5400000">
            <a:off x="4466852" y="4020618"/>
            <a:ext cx="754109" cy="769482"/>
          </a:xfrm>
          <a:prstGeom prst="bentConnector3">
            <a:avLst>
              <a:gd name="adj1" fmla="val 20949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nector: Elbow 70">
            <a:extLst>
              <a:ext uri="{FF2B5EF4-FFF2-40B4-BE49-F238E27FC236}">
                <a16:creationId xmlns:a16="http://schemas.microsoft.com/office/drawing/2014/main" id="{7A14A33A-596C-BCE9-336D-ACE76742A452}"/>
              </a:ext>
            </a:extLst>
          </p:cNvPr>
          <p:cNvCxnSpPr>
            <a:cxnSpLocks/>
            <a:stCxn id="69" idx="2"/>
            <a:endCxn id="66" idx="0"/>
          </p:cNvCxnSpPr>
          <p:nvPr/>
        </p:nvCxnSpPr>
        <p:spPr>
          <a:xfrm rot="16200000" flipH="1">
            <a:off x="4885129" y="4371822"/>
            <a:ext cx="729821" cy="42785"/>
          </a:xfrm>
          <a:prstGeom prst="bentConnector3">
            <a:avLst>
              <a:gd name="adj1" fmla="val 21288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5FC13100-3E9F-753F-46A9-8EC01A8E9A11}"/>
              </a:ext>
            </a:extLst>
          </p:cNvPr>
          <p:cNvSpPr txBox="1"/>
          <p:nvPr/>
        </p:nvSpPr>
        <p:spPr>
          <a:xfrm>
            <a:off x="5292471" y="3706479"/>
            <a:ext cx="8963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dirty="0">
                <a:solidFill>
                  <a:schemeClr val="bg1"/>
                </a:solidFill>
              </a:rPr>
              <a:t>Interface VPC </a:t>
            </a:r>
          </a:p>
          <a:p>
            <a:pPr algn="ctr"/>
            <a:r>
              <a:rPr lang="en-US" sz="900" dirty="0">
                <a:solidFill>
                  <a:schemeClr val="bg1"/>
                </a:solidFill>
              </a:rPr>
              <a:t>Endpoint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42D21BED-7590-58BA-56C2-4D00F6D2FC02}"/>
              </a:ext>
            </a:extLst>
          </p:cNvPr>
          <p:cNvCxnSpPr>
            <a:cxnSpLocks/>
            <a:stCxn id="68" idx="3"/>
          </p:cNvCxnSpPr>
          <p:nvPr/>
        </p:nvCxnSpPr>
        <p:spPr>
          <a:xfrm>
            <a:off x="4910453" y="3891145"/>
            <a:ext cx="22381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0" name="Rectangle 79">
            <a:extLst>
              <a:ext uri="{FF2B5EF4-FFF2-40B4-BE49-F238E27FC236}">
                <a16:creationId xmlns:a16="http://schemas.microsoft.com/office/drawing/2014/main" id="{235006C4-BA31-8940-6C4A-0126E1A42721}"/>
              </a:ext>
            </a:extLst>
          </p:cNvPr>
          <p:cNvSpPr/>
          <p:nvPr/>
        </p:nvSpPr>
        <p:spPr>
          <a:xfrm>
            <a:off x="8580381" y="0"/>
            <a:ext cx="361161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8890B99-FE6E-9F3D-F994-155FA151C595}"/>
              </a:ext>
            </a:extLst>
          </p:cNvPr>
          <p:cNvSpPr txBox="1"/>
          <p:nvPr/>
        </p:nvSpPr>
        <p:spPr>
          <a:xfrm>
            <a:off x="8838986" y="709241"/>
            <a:ext cx="2724363" cy="28469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Ask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/>
              <a:t>Are VPC Endpoints  used between AOI Gateway and Lambdas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/>
              <a:t>Are Interface VPC Endpoints used between Lambdas and DynamoDB and S3?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/>
              <a:t>Are Lambdas full insolated from AZ failures?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/>
              <a:t>Where is SQS?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100" dirty="0"/>
              <a:t>Where is SNS?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1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1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1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100" dirty="0"/>
          </a:p>
        </p:txBody>
      </p:sp>
      <p:pic>
        <p:nvPicPr>
          <p:cNvPr id="83" name="Graphic 26" descr="Amazon Simple Queue Service (Amazon SQS) service icon.">
            <a:extLst>
              <a:ext uri="{FF2B5EF4-FFF2-40B4-BE49-F238E27FC236}">
                <a16:creationId xmlns:a16="http://schemas.microsoft.com/office/drawing/2014/main" id="{2AECED97-2D90-3AE8-2870-E04E5CB8BB31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/>
        </p:blipFill>
        <p:spPr bwMode="auto">
          <a:xfrm>
            <a:off x="4415450" y="2897045"/>
            <a:ext cx="274320" cy="274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5" name="TextBox 11">
            <a:extLst>
              <a:ext uri="{FF2B5EF4-FFF2-40B4-BE49-F238E27FC236}">
                <a16:creationId xmlns:a16="http://schemas.microsoft.com/office/drawing/2014/main" id="{100AE9A6-3DD9-65C1-38BB-D75BA01D66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0459" y="2712093"/>
            <a:ext cx="746124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SQS</a:t>
            </a:r>
          </a:p>
        </p:txBody>
      </p:sp>
      <p:pic>
        <p:nvPicPr>
          <p:cNvPr id="91" name="Graphic 24" descr="Amazon Simple Notification Service (Amazon SNS) service icon.">
            <a:extLst>
              <a:ext uri="{FF2B5EF4-FFF2-40B4-BE49-F238E27FC236}">
                <a16:creationId xmlns:a16="http://schemas.microsoft.com/office/drawing/2014/main" id="{CC7A1776-C2D8-82ED-7083-AAABB5D9F0F9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/>
        </p:blipFill>
        <p:spPr bwMode="auto">
          <a:xfrm>
            <a:off x="4973194" y="2902885"/>
            <a:ext cx="274320" cy="274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3" name="TextBox 9">
            <a:extLst>
              <a:ext uri="{FF2B5EF4-FFF2-40B4-BE49-F238E27FC236}">
                <a16:creationId xmlns:a16="http://schemas.microsoft.com/office/drawing/2014/main" id="{1614AAAA-86B5-ACAF-A73A-469C0354AE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2055" y="2712093"/>
            <a:ext cx="731838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/>
            <a:r>
              <a:rPr lang="en-US" altLang="en-US" sz="1000" dirty="0">
                <a:solidFill>
                  <a:schemeClr val="bg1"/>
                </a:solidFill>
                <a:latin typeface="Arial" panose="020B0604020202020204" pitchFamily="34" charset="0"/>
                <a:ea typeface="Amazon Ember" panose="020B0603020204020204" pitchFamily="34" charset="0"/>
                <a:cs typeface="Arial" panose="020B0604020202020204" pitchFamily="34" charset="0"/>
              </a:rPr>
              <a:t>SNS</a:t>
            </a:r>
          </a:p>
        </p:txBody>
      </p:sp>
      <p:cxnSp>
        <p:nvCxnSpPr>
          <p:cNvPr id="95" name="Connector: Elbow 94">
            <a:extLst>
              <a:ext uri="{FF2B5EF4-FFF2-40B4-BE49-F238E27FC236}">
                <a16:creationId xmlns:a16="http://schemas.microsoft.com/office/drawing/2014/main" id="{907BC3B3-20B5-8CB0-E48F-F3EDE5FEA521}"/>
              </a:ext>
            </a:extLst>
          </p:cNvPr>
          <p:cNvCxnSpPr>
            <a:cxnSpLocks/>
            <a:stCxn id="68" idx="0"/>
            <a:endCxn id="83" idx="2"/>
          </p:cNvCxnSpPr>
          <p:nvPr/>
        </p:nvCxnSpPr>
        <p:spPr>
          <a:xfrm rot="16200000" flipV="1">
            <a:off x="4371642" y="3352333"/>
            <a:ext cx="582620" cy="22068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: Elbow 99">
            <a:extLst>
              <a:ext uri="{FF2B5EF4-FFF2-40B4-BE49-F238E27FC236}">
                <a16:creationId xmlns:a16="http://schemas.microsoft.com/office/drawing/2014/main" id="{4A5104B3-E95D-8AE9-FEE0-53F69D24B447}"/>
              </a:ext>
            </a:extLst>
          </p:cNvPr>
          <p:cNvCxnSpPr>
            <a:cxnSpLocks/>
            <a:stCxn id="68" idx="0"/>
            <a:endCxn id="91" idx="2"/>
          </p:cNvCxnSpPr>
          <p:nvPr/>
        </p:nvCxnSpPr>
        <p:spPr>
          <a:xfrm rot="5400000" flipH="1" flipV="1">
            <a:off x="4653433" y="3297065"/>
            <a:ext cx="576780" cy="33706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528EB2B3-3F18-DE75-38AE-B868F789CA46}"/>
              </a:ext>
            </a:extLst>
          </p:cNvPr>
          <p:cNvSpPr txBox="1"/>
          <p:nvPr/>
        </p:nvSpPr>
        <p:spPr>
          <a:xfrm>
            <a:off x="3168850" y="208364"/>
            <a:ext cx="2854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Web App SPA and Backend</a:t>
            </a:r>
          </a:p>
        </p:txBody>
      </p:sp>
    </p:spTree>
    <p:extLst>
      <p:ext uri="{BB962C8B-B14F-4D97-AF65-F5344CB8AC3E}">
        <p14:creationId xmlns:p14="http://schemas.microsoft.com/office/powerpoint/2010/main" val="10022574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A32F4CC8-D3D6-738E-7824-DE62B6BB84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9600" y="137873"/>
            <a:ext cx="109728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9573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0C7CC478-C48C-DEAB-D2A7-541B453B3B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8235" y="70558"/>
            <a:ext cx="112955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205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08628F0E-2332-8036-C379-A83B9F7554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46529" y="0"/>
            <a:ext cx="1169894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1859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7D36C213-FAB9-C651-4839-5810059910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46529" y="0"/>
            <a:ext cx="1169894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7078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D5EB984-6856-ADEE-D5E4-4C17DE40E5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400"/>
            <a:ext cx="12192000" cy="655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3491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2AC7EC-411A-6087-1CFB-BDF4236CAE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400"/>
            <a:ext cx="12192000" cy="655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6443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AD079C-FAEA-8F3A-1131-98A8DDDC33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2358" y="0"/>
            <a:ext cx="4862245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450FBE6-6119-CCAE-7171-F3B3D9E251CC}"/>
              </a:ext>
            </a:extLst>
          </p:cNvPr>
          <p:cNvSpPr/>
          <p:nvPr/>
        </p:nvSpPr>
        <p:spPr>
          <a:xfrm>
            <a:off x="6612358" y="4410076"/>
            <a:ext cx="5177565" cy="59055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5AB9BBC-621E-B617-2CA2-EBCA60FC54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313" y="3771899"/>
            <a:ext cx="2625879" cy="2852737"/>
          </a:xfrm>
          <a:prstGeom prst="rect">
            <a:avLst/>
          </a:prstGeom>
        </p:spPr>
      </p:pic>
      <p:sp>
        <p:nvSpPr>
          <p:cNvPr id="11" name="Speech Bubble: Oval 10">
            <a:extLst>
              <a:ext uri="{FF2B5EF4-FFF2-40B4-BE49-F238E27FC236}">
                <a16:creationId xmlns:a16="http://schemas.microsoft.com/office/drawing/2014/main" id="{888CA529-B55E-5D56-4A08-CE55141345DD}"/>
              </a:ext>
            </a:extLst>
          </p:cNvPr>
          <p:cNvSpPr/>
          <p:nvPr/>
        </p:nvSpPr>
        <p:spPr>
          <a:xfrm>
            <a:off x="2124075" y="2295525"/>
            <a:ext cx="2533650" cy="1552575"/>
          </a:xfrm>
          <a:prstGeom prst="wedgeEllipseCallout">
            <a:avLst>
              <a:gd name="adj1" fmla="val -53164"/>
              <a:gd name="adj2" fmla="val 11035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0" i="0">
                <a:solidFill>
                  <a:srgbClr val="FFFFFF"/>
                </a:solidFill>
                <a:effectLst/>
                <a:latin typeface="Segoe WPC"/>
              </a:rPr>
              <a:t>This is a good stopping point for tonight. 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4A0B18D-9C99-7A59-35ED-F438C7367499}"/>
              </a:ext>
            </a:extLst>
          </p:cNvPr>
          <p:cNvSpPr txBox="1"/>
          <p:nvPr/>
        </p:nvSpPr>
        <p:spPr>
          <a:xfrm>
            <a:off x="104775" y="183570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Did I ask Kiro to be Jiminy </a:t>
            </a:r>
            <a:r>
              <a:rPr lang="en-US" dirty="0" err="1">
                <a:solidFill>
                  <a:schemeClr val="bg1"/>
                </a:solidFill>
              </a:rPr>
              <a:t>F’ing</a:t>
            </a:r>
            <a:r>
              <a:rPr lang="en-US" dirty="0">
                <a:solidFill>
                  <a:schemeClr val="bg1"/>
                </a:solidFill>
              </a:rPr>
              <a:t> Cricket?</a:t>
            </a:r>
          </a:p>
        </p:txBody>
      </p:sp>
    </p:spTree>
    <p:extLst>
      <p:ext uri="{BB962C8B-B14F-4D97-AF65-F5344CB8AC3E}">
        <p14:creationId xmlns:p14="http://schemas.microsoft.com/office/powerpoint/2010/main" val="27115498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CED0C43-C730-726B-87DA-82E8EE5230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7337" y="923575"/>
            <a:ext cx="6011114" cy="501084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60F309B-48AF-3891-0DB6-F2E3DEF94741}"/>
              </a:ext>
            </a:extLst>
          </p:cNvPr>
          <p:cNvSpPr txBox="1"/>
          <p:nvPr/>
        </p:nvSpPr>
        <p:spPr>
          <a:xfrm>
            <a:off x="392755" y="2218109"/>
            <a:ext cx="383634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Busy couple days. I had to upgrade to the Pro+ (2000 credits plan) after </a:t>
            </a:r>
            <a:r>
              <a:rPr lang="en-US" dirty="0" err="1">
                <a:solidFill>
                  <a:schemeClr val="bg1"/>
                </a:solidFill>
              </a:rPr>
              <a:t>hiting</a:t>
            </a:r>
            <a:r>
              <a:rPr lang="en-US" dirty="0">
                <a:solidFill>
                  <a:schemeClr val="bg1"/>
                </a:solidFill>
              </a:rPr>
              <a:t> the app hard the last few days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67357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1112</TotalTime>
  <Words>120</Words>
  <Application>Microsoft Office PowerPoint</Application>
  <PresentationFormat>Widescreen</PresentationFormat>
  <Paragraphs>35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Segoe WPC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Geiser</dc:creator>
  <cp:lastModifiedBy>Michael Geiser</cp:lastModifiedBy>
  <cp:revision>3</cp:revision>
  <dcterms:created xsi:type="dcterms:W3CDTF">2026-06-16T17:59:19Z</dcterms:created>
  <dcterms:modified xsi:type="dcterms:W3CDTF">2026-06-17T12:31:52Z</dcterms:modified>
</cp:coreProperties>
</file>