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2" r:id="rId3"/>
    <p:sldId id="263" r:id="rId4"/>
    <p:sldId id="264" r:id="rId5"/>
    <p:sldId id="265" r:id="rId6"/>
    <p:sldId id="266" r:id="rId7"/>
    <p:sldId id="268" r:id="rId8"/>
    <p:sldId id="267" r:id="rId9"/>
    <p:sldId id="269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E"/>
    <a:srgbClr val="FCFC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>
        <p:scale>
          <a:sx n="80" d="100"/>
          <a:sy n="80" d="100"/>
        </p:scale>
        <p:origin x="166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CF327C-EC24-4AA1-954C-A019E52BB2A0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840CD0-598D-447F-B58B-41C1046D6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130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completed and will report is being created, the My Submissions page throws a 500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840CD0-598D-447F-B58B-41C1046D6E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05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27345-D6AE-6AC4-CDD6-88A3860D44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5EE28-B413-06E2-7D24-9161B19EA2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4A49E-A9CE-BC72-998D-8CD7956229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06525-54FF-8A42-E803-9A660A167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7BA3A-3883-2232-2F58-0410EA5E2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92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6E11C-E7ED-3374-2641-D6BDB0507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A1D7B-A794-AC62-903C-671EC2593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5CC02-682D-C193-5C89-185FF5F8AE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EA5EC-4579-FDCF-6385-7520B9374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97BC3-0BC7-27DD-E9AE-C8D9F512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384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A3FD-188D-9513-CF24-B64D6F27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0E9CA-D4F8-73F7-79E9-952BD6A67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A5E68-85BA-E651-CD41-15FB855FBE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9CF9A-1697-DDE7-2FE3-14448B3B4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03286-764C-E1A6-E088-B7F141931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2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028CE-A394-AFDE-04EA-050BB1F81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28E0E-744C-EAE1-6455-45471F10F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56CFEE-1241-E1FE-6CEF-12314A169B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C8F289-C416-A64A-56B5-10051C74AF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ABD02-29C5-69D7-7C51-63CD43737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D1F83B-5A42-DF58-2E1F-3FFEFA346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100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2C71-7057-42E9-7E70-D97592D44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AB523-E29E-F32E-ADCB-F774FB679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592DB-AFC9-8425-3A02-C6A6BAB0E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ACA42B-3618-7BA3-1E1D-FB145F2617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45FBC8-3AEE-FD3D-0FE1-28789E5765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59D6F6-2ED8-7140-8949-6B0C7E5D68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752F5E-4FA9-196D-5651-E30FE994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85A9A0-8EBB-9D7C-4F36-0D81780B5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87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1C890-322B-0965-8224-7F41E2FF7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1C3F0-3AC8-0DED-98FF-1A58EDC4D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4E23-4166-4FE4-C729-267983CFC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1212A-AB06-37D0-5427-235532A1E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1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4AF13-45F5-0F9F-82FD-CEA8B87AD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23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rk_Bla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4AF13-45F5-0F9F-82FD-CEA8B87AD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43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65A1E-7EEA-98F8-CA1A-7C6D49591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E5EEC-9B0F-1162-42ED-CBF2C4DD3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33576-75A7-A4E1-5343-985BB518DF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491683-6CE5-0069-DEC3-815D184E85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F4A9E0-27E7-6927-57ED-9175FCB0A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36E1B7-B604-A283-06EF-953246F19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103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E4FE8-B6E6-0186-4C5A-6F96B08C8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5AC3CD-7C0A-58B7-4A71-3E1D8B6CEE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9A12EA-43E5-B661-59CE-24BE5E199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493A8A-ECFA-0D17-CF72-4FA64B7EE2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43BCAA-408E-671A-4F73-97B832CBF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173CBD-8B40-762C-94A7-2887B5861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473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966AA-2598-817D-9DBA-17B5B139E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6AC88A-FD47-EC41-C4F9-42F354BBA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80AC55-92DB-A1DF-5E87-5A2665E06F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476FD-6431-2B0B-1EF8-E9A2171FE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EB79B-B745-30EE-D17C-5DAB17DAD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211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D08465-DFE0-A2BE-4F2B-91F99BDA4F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E0CE00-8CA8-00C3-8CF7-65CE8E0493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C54BA-9270-035B-1BFE-504955F060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0EA0966-F43C-4C57-A8FE-BF7156766AD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760C9-6D39-D4CD-14FE-A2EC930F3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C3467-A5AA-728F-E41B-C413C1711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C6CF2F-657D-49C6-BC9A-22E3A8FC88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935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8B81D6-8C8C-DA28-A992-73E6E10F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653D-C4DA-A313-3E6A-33ECB46FF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9677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F58-C03B-E9D7-93A3-C8D66205B6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91B3C-21C6-FFB2-7D9B-EBB09EB7CF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81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656814-2B20-654C-7276-96C4775C1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1490565"/>
            <a:ext cx="7701280" cy="4084156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EEC9558-FD16-0954-ED7D-CDEB8329E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269" y="1490566"/>
            <a:ext cx="2104431" cy="408415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6B889C-BD3B-8892-1110-CF8275978050}"/>
              </a:ext>
            </a:extLst>
          </p:cNvPr>
          <p:cNvSpPr/>
          <p:nvPr/>
        </p:nvSpPr>
        <p:spPr>
          <a:xfrm>
            <a:off x="9382864" y="1571275"/>
            <a:ext cx="921864" cy="123164"/>
          </a:xfrm>
          <a:prstGeom prst="roundRect">
            <a:avLst/>
          </a:prstGeom>
          <a:solidFill>
            <a:srgbClr val="CCCC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B2F014-3DFA-5C34-5A17-2CE2CECB885C}"/>
              </a:ext>
            </a:extLst>
          </p:cNvPr>
          <p:cNvSpPr txBox="1"/>
          <p:nvPr/>
        </p:nvSpPr>
        <p:spPr>
          <a:xfrm>
            <a:off x="4219575" y="5676900"/>
            <a:ext cx="635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4F245E-0E4D-505C-6BFA-A08B1DE26C1E}"/>
              </a:ext>
            </a:extLst>
          </p:cNvPr>
          <p:cNvSpPr txBox="1"/>
          <p:nvPr/>
        </p:nvSpPr>
        <p:spPr>
          <a:xfrm>
            <a:off x="9594718" y="5676900"/>
            <a:ext cx="859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Mobile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49F14C-531E-CC44-DA07-CBE71432CBBE}"/>
              </a:ext>
            </a:extLst>
          </p:cNvPr>
          <p:cNvSpPr txBox="1"/>
          <p:nvPr/>
        </p:nvSpPr>
        <p:spPr>
          <a:xfrm>
            <a:off x="4377229" y="819029"/>
            <a:ext cx="34375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Responsive Web App</a:t>
            </a:r>
          </a:p>
        </p:txBody>
      </p:sp>
    </p:spTree>
    <p:extLst>
      <p:ext uri="{BB962C8B-B14F-4D97-AF65-F5344CB8AC3E}">
        <p14:creationId xmlns:p14="http://schemas.microsoft.com/office/powerpoint/2010/main" val="925947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B64B9E-9592-F947-DBFF-80D7E7A7E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40" y="1740322"/>
            <a:ext cx="5730240" cy="299112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C162CA-BC93-B142-A28F-0D2CF4BCBA68}"/>
              </a:ext>
            </a:extLst>
          </p:cNvPr>
          <p:cNvSpPr txBox="1"/>
          <p:nvPr/>
        </p:nvSpPr>
        <p:spPr>
          <a:xfrm>
            <a:off x="7592953" y="2209800"/>
            <a:ext cx="193751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Groups: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Administrators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6B03F-587E-EF40-C9B5-2B52D93D2C19}"/>
              </a:ext>
            </a:extLst>
          </p:cNvPr>
          <p:cNvSpPr txBox="1"/>
          <p:nvPr/>
        </p:nvSpPr>
        <p:spPr>
          <a:xfrm>
            <a:off x="4139603" y="819029"/>
            <a:ext cx="3912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Cognito Based User IAM</a:t>
            </a:r>
          </a:p>
        </p:txBody>
      </p:sp>
    </p:spTree>
    <p:extLst>
      <p:ext uri="{BB962C8B-B14F-4D97-AF65-F5344CB8AC3E}">
        <p14:creationId xmlns:p14="http://schemas.microsoft.com/office/powerpoint/2010/main" val="365872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610343-E483-20F0-B3C2-DDECDD744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52" y="1621806"/>
            <a:ext cx="7561006" cy="389734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F7A8AA-2F41-9858-BB03-FE9602675323}"/>
              </a:ext>
            </a:extLst>
          </p:cNvPr>
          <p:cNvSpPr txBox="1"/>
          <p:nvPr/>
        </p:nvSpPr>
        <p:spPr>
          <a:xfrm>
            <a:off x="8612128" y="2209800"/>
            <a:ext cx="343536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Features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File picker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Title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Description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Video File upload on roadmap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FBDFE9-E09B-27CB-5694-B98E63A0B60A}"/>
              </a:ext>
            </a:extLst>
          </p:cNvPr>
          <p:cNvSpPr txBox="1"/>
          <p:nvPr/>
        </p:nvSpPr>
        <p:spPr>
          <a:xfrm>
            <a:off x="4606657" y="819029"/>
            <a:ext cx="2978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Audio File Upload</a:t>
            </a:r>
          </a:p>
        </p:txBody>
      </p:sp>
    </p:spTree>
    <p:extLst>
      <p:ext uri="{BB962C8B-B14F-4D97-AF65-F5344CB8AC3E}">
        <p14:creationId xmlns:p14="http://schemas.microsoft.com/office/powerpoint/2010/main" val="1258977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E3EA6E-81C0-7169-FD56-0BAEE793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52" y="1609725"/>
            <a:ext cx="7561005" cy="363372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EF3AD0-8F5E-CCD9-0D7E-C4CC1DC07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08" y="3000361"/>
            <a:ext cx="7561004" cy="375051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36062F-DCEE-7AAF-E3BB-A42D6663F959}"/>
              </a:ext>
            </a:extLst>
          </p:cNvPr>
          <p:cNvSpPr txBox="1"/>
          <p:nvPr/>
        </p:nvSpPr>
        <p:spPr>
          <a:xfrm>
            <a:off x="8612128" y="2209800"/>
            <a:ext cx="187974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Features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Multiple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User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79B14-B4B0-CC7C-20BD-3346B3472580}"/>
              </a:ext>
            </a:extLst>
          </p:cNvPr>
          <p:cNvSpPr txBox="1"/>
          <p:nvPr/>
        </p:nvSpPr>
        <p:spPr>
          <a:xfrm>
            <a:off x="5152706" y="819029"/>
            <a:ext cx="18866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Processing</a:t>
            </a:r>
          </a:p>
        </p:txBody>
      </p:sp>
    </p:spTree>
    <p:extLst>
      <p:ext uri="{BB962C8B-B14F-4D97-AF65-F5344CB8AC3E}">
        <p14:creationId xmlns:p14="http://schemas.microsoft.com/office/powerpoint/2010/main" val="2512743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6C5A5AC1-4D06-237B-8815-6236E59959AB}"/>
              </a:ext>
            </a:extLst>
          </p:cNvPr>
          <p:cNvGrpSpPr/>
          <p:nvPr/>
        </p:nvGrpSpPr>
        <p:grpSpPr>
          <a:xfrm>
            <a:off x="-457200" y="819029"/>
            <a:ext cx="10010775" cy="5562721"/>
            <a:chOff x="-457200" y="819029"/>
            <a:chExt cx="10010775" cy="556272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FBCB803-CF5C-DA8B-90DB-BFECF914D019}"/>
                </a:ext>
              </a:extLst>
            </p:cNvPr>
            <p:cNvCxnSpPr/>
            <p:nvPr/>
          </p:nvCxnSpPr>
          <p:spPr>
            <a:xfrm>
              <a:off x="-457200" y="1609725"/>
              <a:ext cx="10010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2D890FE-6C41-B20E-C9A9-8C531F727A32}"/>
                </a:ext>
              </a:extLst>
            </p:cNvPr>
            <p:cNvCxnSpPr/>
            <p:nvPr/>
          </p:nvCxnSpPr>
          <p:spPr>
            <a:xfrm>
              <a:off x="747252" y="952500"/>
              <a:ext cx="0" cy="522922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C89B911-E280-6DE0-983C-F5CA21572EA3}"/>
                </a:ext>
              </a:extLst>
            </p:cNvPr>
            <p:cNvCxnSpPr/>
            <p:nvPr/>
          </p:nvCxnSpPr>
          <p:spPr>
            <a:xfrm>
              <a:off x="8308258" y="819029"/>
              <a:ext cx="0" cy="55627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F7A8BE8-A6CE-6FB8-8F66-DA52F3E4A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253" y="1609726"/>
            <a:ext cx="7561006" cy="37367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4925FD-87F5-6F40-7A5B-6EC9D8D857F8}"/>
              </a:ext>
            </a:extLst>
          </p:cNvPr>
          <p:cNvSpPr txBox="1"/>
          <p:nvPr/>
        </p:nvSpPr>
        <p:spPr>
          <a:xfrm>
            <a:off x="8612128" y="2209800"/>
            <a:ext cx="213975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Features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Download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Delete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516181-FFCF-9936-4553-711B90C29D0D}"/>
              </a:ext>
            </a:extLst>
          </p:cNvPr>
          <p:cNvSpPr txBox="1"/>
          <p:nvPr/>
        </p:nvSpPr>
        <p:spPr>
          <a:xfrm>
            <a:off x="4892860" y="819029"/>
            <a:ext cx="24063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Ready to Read</a:t>
            </a:r>
          </a:p>
        </p:txBody>
      </p:sp>
    </p:spTree>
    <p:extLst>
      <p:ext uri="{BB962C8B-B14F-4D97-AF65-F5344CB8AC3E}">
        <p14:creationId xmlns:p14="http://schemas.microsoft.com/office/powerpoint/2010/main" val="4046752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BB7C4B-E2D9-0C5C-979D-0CA676179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53" y="1609725"/>
            <a:ext cx="5076032" cy="4945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26B269-99B1-B2E4-1A32-5F45E6646871}"/>
              </a:ext>
            </a:extLst>
          </p:cNvPr>
          <p:cNvSpPr txBox="1"/>
          <p:nvPr/>
        </p:nvSpPr>
        <p:spPr>
          <a:xfrm>
            <a:off x="6602855" y="2209800"/>
            <a:ext cx="451432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Features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Detailed feedback across 7 dimensions: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Delivery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Executive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Technical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Audience engagement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Pacing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Persuasion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284F5D-A79B-BA77-B905-CBF01C9FD200}"/>
              </a:ext>
            </a:extLst>
          </p:cNvPr>
          <p:cNvSpPr txBox="1"/>
          <p:nvPr/>
        </p:nvSpPr>
        <p:spPr>
          <a:xfrm>
            <a:off x="5166111" y="819029"/>
            <a:ext cx="18598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The Report</a:t>
            </a:r>
          </a:p>
        </p:txBody>
      </p:sp>
    </p:spTree>
    <p:extLst>
      <p:ext uri="{BB962C8B-B14F-4D97-AF65-F5344CB8AC3E}">
        <p14:creationId xmlns:p14="http://schemas.microsoft.com/office/powerpoint/2010/main" val="1631378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89D0786-B7E6-C2E8-346B-E9AAB8D0ADDD}"/>
              </a:ext>
            </a:extLst>
          </p:cNvPr>
          <p:cNvGrpSpPr/>
          <p:nvPr/>
        </p:nvGrpSpPr>
        <p:grpSpPr>
          <a:xfrm>
            <a:off x="-457200" y="819029"/>
            <a:ext cx="10010775" cy="5562721"/>
            <a:chOff x="-457200" y="819029"/>
            <a:chExt cx="10010775" cy="5562721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1288B2D-9FC8-FD48-2A43-176BE5C7A5B3}"/>
                </a:ext>
              </a:extLst>
            </p:cNvPr>
            <p:cNvCxnSpPr/>
            <p:nvPr/>
          </p:nvCxnSpPr>
          <p:spPr>
            <a:xfrm>
              <a:off x="-457200" y="1609725"/>
              <a:ext cx="10010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B5FCA64-F87D-4151-F548-2C3FDB79F8A7}"/>
                </a:ext>
              </a:extLst>
            </p:cNvPr>
            <p:cNvCxnSpPr/>
            <p:nvPr/>
          </p:nvCxnSpPr>
          <p:spPr>
            <a:xfrm>
              <a:off x="747252" y="952500"/>
              <a:ext cx="0" cy="522922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06FF567-E3A7-85A4-6B53-46B59AE19071}"/>
                </a:ext>
              </a:extLst>
            </p:cNvPr>
            <p:cNvCxnSpPr/>
            <p:nvPr/>
          </p:nvCxnSpPr>
          <p:spPr>
            <a:xfrm>
              <a:off x="8308258" y="819029"/>
              <a:ext cx="0" cy="55627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92087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4816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242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1034</TotalTime>
  <Words>76</Words>
  <Application>Microsoft Office PowerPoint</Application>
  <PresentationFormat>Widescreen</PresentationFormat>
  <Paragraphs>40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Geiser</dc:creator>
  <cp:lastModifiedBy>Michael Geiser</cp:lastModifiedBy>
  <cp:revision>1</cp:revision>
  <dcterms:created xsi:type="dcterms:W3CDTF">2026-06-20T01:44:39Z</dcterms:created>
  <dcterms:modified xsi:type="dcterms:W3CDTF">2026-06-20T18:58:48Z</dcterms:modified>
</cp:coreProperties>
</file>